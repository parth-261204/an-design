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photoAlbum showCaptions="1" layout="4picTitle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0DFD8-CF6A-46B8-8ED1-9CE15BA06B2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B0EF0-7ECF-45CE-B9B2-5534B9104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0"/>
            <a:ext cx="2828925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7" y="3212976"/>
            <a:ext cx="30607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7" y="6093296"/>
            <a:ext cx="3035300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877272"/>
            <a:ext cx="75565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5860639"/>
            <a:ext cx="804863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5927313"/>
            <a:ext cx="1401763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206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0366-ABCD BLACK.JPG"/>
          <p:cNvPicPr>
            <a:picLocks noRot="1" noChangeAspect="1" noMove="1" noResize="1"/>
          </p:cNvPicPr>
          <p:nvPr isPhoto="1"/>
        </p:nvPicPr>
        <p:blipFill>
          <a:blip r:embed="rId2">
            <a:lum/>
          </a:blip>
          <a:srcRect l="25974" t="37696" r="23376" b="17456"/>
          <a:stretch>
            <a:fillRect/>
          </a:stretch>
        </p:blipFill>
        <p:spPr>
          <a:xfrm>
            <a:off x="-86304" y="-71462"/>
            <a:ext cx="3871591" cy="22860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50366-ABCD GOLD.JPG"/>
          <p:cNvPicPr>
            <a:picLocks noRot="1" noChangeAspect="1" noMove="1" noResize="1"/>
          </p:cNvPicPr>
          <p:nvPr isPhoto="1"/>
        </p:nvPicPr>
        <p:blipFill>
          <a:blip r:embed="rId3">
            <a:lum/>
          </a:blip>
          <a:srcRect l="23332" t="38349" r="23132" b="18010"/>
          <a:stretch>
            <a:fillRect/>
          </a:stretch>
        </p:blipFill>
        <p:spPr>
          <a:xfrm>
            <a:off x="16233" y="3500439"/>
            <a:ext cx="3811116" cy="20717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50366-ABCD....JPG"/>
          <p:cNvPicPr>
            <a:picLocks noRot="1" noChangeAspect="1" noMove="1" noResize="1"/>
          </p:cNvPicPr>
          <p:nvPr isPhoto="1"/>
        </p:nvPicPr>
        <p:blipFill>
          <a:blip r:embed="rId4">
            <a:lum/>
          </a:blip>
          <a:srcRect l="20231" t="34930" r="13062" b="9747"/>
          <a:stretch>
            <a:fillRect/>
          </a:stretch>
        </p:blipFill>
        <p:spPr>
          <a:xfrm>
            <a:off x="5214942" y="-71462"/>
            <a:ext cx="4004340" cy="22145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 descr="50366-ABCD..JPG"/>
          <p:cNvPicPr>
            <a:picLocks noRot="1" noChangeAspect="1" noMove="1" noResize="1"/>
          </p:cNvPicPr>
          <p:nvPr isPhoto="1"/>
        </p:nvPicPr>
        <p:blipFill>
          <a:blip r:embed="rId5">
            <a:lum/>
          </a:blip>
          <a:srcRect l="23495" t="38920" r="24267" b="21459"/>
          <a:stretch>
            <a:fillRect/>
          </a:stretch>
        </p:blipFill>
        <p:spPr>
          <a:xfrm>
            <a:off x="5257390" y="3571876"/>
            <a:ext cx="3672328" cy="18573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/>
          <p:cNvSpPr txBox="1"/>
          <p:nvPr/>
        </p:nvSpPr>
        <p:spPr>
          <a:xfrm>
            <a:off x="642910" y="2165986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50366-ABC</a:t>
            </a:r>
          </a:p>
          <a:p>
            <a:r>
              <a:rPr lang="en-IN" b="1" dirty="0" smtClean="0"/>
              <a:t>SIZE  6 X 6  X  12 CM</a:t>
            </a:r>
          </a:p>
          <a:p>
            <a:r>
              <a:rPr lang="en-IN" b="1" dirty="0" smtClean="0"/>
              <a:t>SIZE  6 X 6  X  10 CM</a:t>
            </a:r>
          </a:p>
          <a:p>
            <a:r>
              <a:rPr lang="en-IN" b="1" dirty="0" smtClean="0"/>
              <a:t>SIZE  6 X  6 X   8  CM</a:t>
            </a:r>
          </a:p>
          <a:p>
            <a:r>
              <a:rPr lang="en-IN" b="1" dirty="0" smtClean="0"/>
              <a:t>SIZE  6 X  6 X   6  CM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143636" y="2165986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50366-ABC</a:t>
            </a:r>
          </a:p>
          <a:p>
            <a:r>
              <a:rPr lang="en-IN" b="1" dirty="0" smtClean="0"/>
              <a:t>SIZE  6 X 6  X  12 CM</a:t>
            </a:r>
          </a:p>
          <a:p>
            <a:r>
              <a:rPr lang="en-IN" b="1" dirty="0" smtClean="0"/>
              <a:t>SIZE  6 X 6  X  10 CM</a:t>
            </a:r>
          </a:p>
          <a:p>
            <a:r>
              <a:rPr lang="en-IN" b="1" dirty="0" smtClean="0"/>
              <a:t>SIZE  6 X  6 X   8  CM</a:t>
            </a:r>
          </a:p>
          <a:p>
            <a:r>
              <a:rPr lang="en-IN" b="1" dirty="0" smtClean="0"/>
              <a:t>SIZE  6 X  6 X   6  CM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857224" y="5429264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50366-ABC</a:t>
            </a:r>
          </a:p>
          <a:p>
            <a:r>
              <a:rPr lang="en-IN" b="1" dirty="0" smtClean="0"/>
              <a:t>SIZE  6 X 6  X  12 CM</a:t>
            </a:r>
          </a:p>
          <a:p>
            <a:r>
              <a:rPr lang="en-IN" b="1" dirty="0" smtClean="0"/>
              <a:t>SIZE  6 X 6  X  10 CM</a:t>
            </a:r>
          </a:p>
          <a:p>
            <a:r>
              <a:rPr lang="en-IN" b="1" dirty="0" smtClean="0"/>
              <a:t>SIZE  6 X  6 X   8  CM</a:t>
            </a:r>
          </a:p>
          <a:p>
            <a:r>
              <a:rPr lang="en-IN" b="1" dirty="0" smtClean="0"/>
              <a:t>SIZE  6 X  6 X   6  CM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143636" y="5380696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50366-ABC</a:t>
            </a:r>
          </a:p>
          <a:p>
            <a:r>
              <a:rPr lang="en-IN" b="1" dirty="0" smtClean="0"/>
              <a:t>SIZE  6 X 6  X  12 CM</a:t>
            </a:r>
          </a:p>
          <a:p>
            <a:r>
              <a:rPr lang="en-IN" b="1" dirty="0" smtClean="0"/>
              <a:t>SIZE  6 X 6  X  10 CM</a:t>
            </a:r>
          </a:p>
          <a:p>
            <a:r>
              <a:rPr lang="en-IN" b="1" dirty="0" smtClean="0"/>
              <a:t>SIZE  6 X  6 X   8  CM</a:t>
            </a:r>
          </a:p>
          <a:p>
            <a:r>
              <a:rPr lang="en-IN" b="1" dirty="0" smtClean="0"/>
              <a:t>SIZE  6 X  6 X   6  CM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50366-ABCD.JPG"/>
          <p:cNvPicPr>
            <a:picLocks noRot="1" noChangeAspect="1" noMove="1" noResize="1"/>
          </p:cNvPicPr>
          <p:nvPr isPhoto="1"/>
        </p:nvPicPr>
        <p:blipFill>
          <a:blip r:embed="rId2">
            <a:lum/>
          </a:blip>
          <a:srcRect l="30990" t="40655" r="25572" b="18829"/>
          <a:stretch>
            <a:fillRect/>
          </a:stretch>
        </p:blipFill>
        <p:spPr>
          <a:xfrm>
            <a:off x="5286380" y="-71462"/>
            <a:ext cx="3905088" cy="24288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50367.JPG"/>
          <p:cNvPicPr>
            <a:picLocks noRot="1" noChangeAspect="1" noMove="1" noResize="1"/>
          </p:cNvPicPr>
          <p:nvPr isPhoto="1"/>
        </p:nvPicPr>
        <p:blipFill>
          <a:blip r:embed="rId3">
            <a:lum/>
          </a:blip>
          <a:srcRect l="32266" t="41765" r="31313" b="25558"/>
          <a:stretch>
            <a:fillRect/>
          </a:stretch>
        </p:blipFill>
        <p:spPr>
          <a:xfrm>
            <a:off x="61592" y="3786164"/>
            <a:ext cx="3698207" cy="22126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50368.JPG"/>
          <p:cNvPicPr>
            <a:picLocks noRot="1" noChangeAspect="1" noMove="1" noResize="1"/>
          </p:cNvPicPr>
          <p:nvPr isPhoto="1"/>
        </p:nvPicPr>
        <p:blipFill>
          <a:blip r:embed="rId4">
            <a:lum/>
          </a:blip>
          <a:srcRect l="31164" t="38616" r="29122" b="23096"/>
          <a:stretch>
            <a:fillRect/>
          </a:stretch>
        </p:blipFill>
        <p:spPr>
          <a:xfrm>
            <a:off x="5430708" y="3714752"/>
            <a:ext cx="3461202" cy="2225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 descr="50366-ABCD SILVER.JPG"/>
          <p:cNvPicPr>
            <a:picLocks noRot="1" noChangeAspect="1" noMove="1" noResize="1"/>
          </p:cNvPicPr>
          <p:nvPr isPhoto="1"/>
        </p:nvPicPr>
        <p:blipFill>
          <a:blip r:embed="rId5">
            <a:lum/>
          </a:blip>
          <a:srcRect l="26506" t="35197" r="24096" b="12408"/>
          <a:stretch>
            <a:fillRect/>
          </a:stretch>
        </p:blipFill>
        <p:spPr>
          <a:xfrm>
            <a:off x="-73724" y="-71466"/>
            <a:ext cx="3746740" cy="26501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TextBox 21"/>
          <p:cNvSpPr txBox="1"/>
          <p:nvPr/>
        </p:nvSpPr>
        <p:spPr>
          <a:xfrm>
            <a:off x="857224" y="5929330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ITEM NO 50367</a:t>
            </a:r>
          </a:p>
          <a:p>
            <a:r>
              <a:rPr lang="en-IN" b="1" dirty="0" smtClean="0"/>
              <a:t>SIZE 6 X 6  X  10 CM</a:t>
            </a:r>
          </a:p>
          <a:p>
            <a:endParaRPr lang="en-IN" b="1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6072198" y="5857892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ITEM NO 50368</a:t>
            </a:r>
          </a:p>
          <a:p>
            <a:r>
              <a:rPr lang="en-IN" b="1" dirty="0" smtClean="0"/>
              <a:t>SIZE 6 X 6  X  12 CM</a:t>
            </a:r>
          </a:p>
          <a:p>
            <a:endParaRPr lang="en-IN" b="1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500034" y="2451738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50366-ABC</a:t>
            </a:r>
          </a:p>
          <a:p>
            <a:r>
              <a:rPr lang="en-IN" b="1" dirty="0" smtClean="0"/>
              <a:t>SIZE  6 X 6  X  12 CM</a:t>
            </a:r>
          </a:p>
          <a:p>
            <a:r>
              <a:rPr lang="en-IN" b="1" dirty="0" smtClean="0"/>
              <a:t>SIZE  6 X 6  X  10 CM</a:t>
            </a:r>
          </a:p>
          <a:p>
            <a:r>
              <a:rPr lang="en-IN" b="1" dirty="0" smtClean="0"/>
              <a:t>SIZE  6 X  6 X   8  CM</a:t>
            </a:r>
          </a:p>
          <a:p>
            <a:r>
              <a:rPr lang="en-IN" b="1" dirty="0" smtClean="0"/>
              <a:t>SIZE  6 X  6 X   6  CM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143636" y="2357430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50366-ABC</a:t>
            </a:r>
          </a:p>
          <a:p>
            <a:r>
              <a:rPr lang="en-IN" b="1" dirty="0" smtClean="0"/>
              <a:t>SIZE  6 X 6  X  12 CM</a:t>
            </a:r>
          </a:p>
          <a:p>
            <a:r>
              <a:rPr lang="en-IN" b="1" dirty="0" smtClean="0"/>
              <a:t>SIZE  6 X 6  X  10 CM</a:t>
            </a:r>
          </a:p>
          <a:p>
            <a:r>
              <a:rPr lang="en-IN" b="1" dirty="0" smtClean="0"/>
              <a:t>SIZE  6 X  6 X   8  CM</a:t>
            </a:r>
          </a:p>
          <a:p>
            <a:r>
              <a:rPr lang="en-IN" b="1" dirty="0" smtClean="0"/>
              <a:t>SIZE  6 X  6 X   6  CM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0369.JPG"/>
          <p:cNvPicPr>
            <a:picLocks noRot="1" noChangeAspect="1" noMove="1" noResize="1"/>
          </p:cNvPicPr>
          <p:nvPr isPhoto="1"/>
        </p:nvPicPr>
        <p:blipFill>
          <a:blip r:embed="rId2">
            <a:lum/>
          </a:blip>
          <a:srcRect l="33760" t="43679" r="31567" b="20746"/>
          <a:stretch>
            <a:fillRect/>
          </a:stretch>
        </p:blipFill>
        <p:spPr>
          <a:xfrm>
            <a:off x="76378" y="3357562"/>
            <a:ext cx="3934278" cy="26918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50370.JPG"/>
          <p:cNvPicPr>
            <a:picLocks noRot="1" noChangeAspect="1" noMove="1" noResize="1"/>
          </p:cNvPicPr>
          <p:nvPr isPhoto="1"/>
        </p:nvPicPr>
        <p:blipFill>
          <a:blip r:embed="rId3">
            <a:lum/>
          </a:blip>
          <a:srcRect l="36050" t="40483" r="36912" b="23630"/>
          <a:stretch>
            <a:fillRect/>
          </a:stretch>
        </p:blipFill>
        <p:spPr>
          <a:xfrm>
            <a:off x="5843834" y="3318654"/>
            <a:ext cx="3168619" cy="2804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 descr="50378.JPG"/>
          <p:cNvPicPr>
            <a:picLocks noRot="1" noChangeAspect="1" noMove="1" noResize="1"/>
          </p:cNvPicPr>
          <p:nvPr isPhoto="1"/>
        </p:nvPicPr>
        <p:blipFill>
          <a:blip r:embed="rId4">
            <a:lum/>
          </a:blip>
          <a:srcRect l="24211" t="37221" r="25263" b="18580"/>
          <a:stretch>
            <a:fillRect/>
          </a:stretch>
        </p:blipFill>
        <p:spPr>
          <a:xfrm>
            <a:off x="58358" y="106537"/>
            <a:ext cx="3961603" cy="23109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 descr="50379.JPG"/>
          <p:cNvPicPr>
            <a:picLocks noRot="1" noChangeAspect="1" noMove="1" noResize="1"/>
          </p:cNvPicPr>
          <p:nvPr isPhoto="1"/>
        </p:nvPicPr>
        <p:blipFill>
          <a:blip r:embed="rId5">
            <a:lum/>
          </a:blip>
          <a:srcRect l="31765" t="37027" r="29411" b="20631"/>
          <a:stretch>
            <a:fillRect/>
          </a:stretch>
        </p:blipFill>
        <p:spPr>
          <a:xfrm>
            <a:off x="5599867" y="-11"/>
            <a:ext cx="3439108" cy="25011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TextBox 20"/>
          <p:cNvSpPr txBox="1"/>
          <p:nvPr/>
        </p:nvSpPr>
        <p:spPr>
          <a:xfrm>
            <a:off x="857224" y="2362794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ITEM NO 50378</a:t>
            </a:r>
          </a:p>
          <a:p>
            <a:r>
              <a:rPr lang="en-IN" b="1" dirty="0" smtClean="0"/>
              <a:t>SIZE 10 X  10  X  15 CM</a:t>
            </a:r>
          </a:p>
          <a:p>
            <a:endParaRPr lang="en-IN" b="1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928662" y="6006132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ITEM NO 50369</a:t>
            </a:r>
          </a:p>
          <a:p>
            <a:r>
              <a:rPr lang="en-IN" b="1" dirty="0" smtClean="0"/>
              <a:t>SIZE 5 X  5  X  14 CM</a:t>
            </a:r>
          </a:p>
          <a:p>
            <a:endParaRPr lang="en-IN" b="1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6286512" y="2505670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ITEM NO 50379</a:t>
            </a:r>
          </a:p>
          <a:p>
            <a:r>
              <a:rPr lang="en-IN" b="1" dirty="0" smtClean="0"/>
              <a:t>SIZE 7.5 X  7.5  X  15 CM</a:t>
            </a:r>
          </a:p>
          <a:p>
            <a:endParaRPr lang="en-IN" b="1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6357950" y="6006132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ITEM NO 50370</a:t>
            </a:r>
          </a:p>
          <a:p>
            <a:r>
              <a:rPr lang="en-IN" b="1" dirty="0" smtClean="0"/>
              <a:t>SIZE 4 X  4  X  11 CM</a:t>
            </a:r>
          </a:p>
          <a:p>
            <a:endParaRPr lang="en-IN" b="1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0376.JPG"/>
          <p:cNvPicPr>
            <a:picLocks noRot="1" noChangeAspect="1" noMove="1" noResize="1"/>
          </p:cNvPicPr>
          <p:nvPr isPhoto="1"/>
        </p:nvPicPr>
        <p:blipFill>
          <a:blip r:embed="rId2">
            <a:lum/>
          </a:blip>
          <a:srcRect l="39259" t="40943" r="40741" b="20179"/>
          <a:stretch>
            <a:fillRect/>
          </a:stretch>
        </p:blipFill>
        <p:spPr>
          <a:xfrm>
            <a:off x="253780" y="71411"/>
            <a:ext cx="2094519" cy="27151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50380-ABC BLACK.JPG"/>
          <p:cNvPicPr>
            <a:picLocks noRot="1" noChangeAspect="1" noMove="1" noResize="1"/>
          </p:cNvPicPr>
          <p:nvPr isPhoto="1"/>
        </p:nvPicPr>
        <p:blipFill>
          <a:blip r:embed="rId3">
            <a:lum/>
          </a:blip>
          <a:srcRect l="20585" t="36439" r="26482" b="22403"/>
          <a:stretch>
            <a:fillRect/>
          </a:stretch>
        </p:blipFill>
        <p:spPr>
          <a:xfrm>
            <a:off x="4792357" y="3429004"/>
            <a:ext cx="4424287" cy="22940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 descr="50372..JPG"/>
          <p:cNvPicPr>
            <a:picLocks noRot="1" noChangeAspect="1" noMove="1" noResize="1"/>
          </p:cNvPicPr>
          <p:nvPr isPhoto="1"/>
        </p:nvPicPr>
        <p:blipFill>
          <a:blip r:embed="rId4">
            <a:lum/>
          </a:blip>
          <a:srcRect l="33823" t="41344" r="33824" b="23372"/>
          <a:stretch>
            <a:fillRect/>
          </a:stretch>
        </p:blipFill>
        <p:spPr>
          <a:xfrm>
            <a:off x="103993" y="3804757"/>
            <a:ext cx="3053478" cy="22207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 descr="50372.JPG"/>
          <p:cNvPicPr>
            <a:picLocks noRot="1" noChangeAspect="1" noMove="1" noResize="1"/>
          </p:cNvPicPr>
          <p:nvPr isPhoto="1"/>
        </p:nvPicPr>
        <p:blipFill>
          <a:blip r:embed="rId5">
            <a:lum/>
          </a:blip>
          <a:srcRect l="33197" t="40943" r="34066" b="21567"/>
          <a:stretch>
            <a:fillRect/>
          </a:stretch>
        </p:blipFill>
        <p:spPr>
          <a:xfrm>
            <a:off x="5500698" y="26247"/>
            <a:ext cx="3461208" cy="26431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TextBox 20"/>
          <p:cNvSpPr txBox="1"/>
          <p:nvPr/>
        </p:nvSpPr>
        <p:spPr>
          <a:xfrm>
            <a:off x="214282" y="2719984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ITEM NO 50376</a:t>
            </a:r>
          </a:p>
          <a:p>
            <a:r>
              <a:rPr lang="en-IN" b="1" dirty="0" smtClean="0"/>
              <a:t>SIZE 2 X  2  X  13 CM</a:t>
            </a:r>
          </a:p>
          <a:p>
            <a:endParaRPr lang="en-IN" b="1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6286512" y="2577108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ITEM NO 50372</a:t>
            </a:r>
          </a:p>
          <a:p>
            <a:r>
              <a:rPr lang="en-IN" b="1" dirty="0" smtClean="0"/>
              <a:t>SIZE 2 X  2  X  4 CM</a:t>
            </a:r>
          </a:p>
          <a:p>
            <a:endParaRPr lang="en-IN" b="1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500034" y="5934694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ITEM NO 50372</a:t>
            </a:r>
          </a:p>
          <a:p>
            <a:r>
              <a:rPr lang="en-IN" b="1" dirty="0" smtClean="0"/>
              <a:t>SIZE 2 X  2  X  4 CM</a:t>
            </a:r>
          </a:p>
          <a:p>
            <a:endParaRPr lang="en-IN" b="1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5857884" y="5666448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50380-ABC</a:t>
            </a:r>
          </a:p>
          <a:p>
            <a:r>
              <a:rPr lang="en-IN" b="1" dirty="0" smtClean="0"/>
              <a:t>SIZE  10 X 10 X  12  CM</a:t>
            </a:r>
          </a:p>
          <a:p>
            <a:r>
              <a:rPr lang="en-IN" b="1" dirty="0" smtClean="0"/>
              <a:t>SIZE  8 X  8  X  10    CM</a:t>
            </a:r>
          </a:p>
          <a:p>
            <a:r>
              <a:rPr lang="en-IN" b="1" dirty="0" smtClean="0"/>
              <a:t>SIZE  6 X  6 X   8      CM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50380-ABC GOLD.JPG"/>
          <p:cNvPicPr>
            <a:picLocks noChangeAspect="1"/>
          </p:cNvPicPr>
          <p:nvPr/>
        </p:nvPicPr>
        <p:blipFill>
          <a:blip r:embed="rId2"/>
          <a:srcRect l="21622" t="36469" r="27027" b="25036"/>
          <a:stretch>
            <a:fillRect/>
          </a:stretch>
        </p:blipFill>
        <p:spPr>
          <a:xfrm>
            <a:off x="0" y="2214554"/>
            <a:ext cx="4429156" cy="22145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 descr="50380-ABC SILVER.JPG"/>
          <p:cNvPicPr>
            <a:picLocks noChangeAspect="1"/>
          </p:cNvPicPr>
          <p:nvPr/>
        </p:nvPicPr>
        <p:blipFill>
          <a:blip r:embed="rId3"/>
          <a:srcRect l="22656" t="35944" r="27344" b="26574"/>
          <a:stretch>
            <a:fillRect/>
          </a:stretch>
        </p:blipFill>
        <p:spPr>
          <a:xfrm>
            <a:off x="5000628" y="2250274"/>
            <a:ext cx="4143404" cy="20717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TextBox 21"/>
          <p:cNvSpPr txBox="1"/>
          <p:nvPr/>
        </p:nvSpPr>
        <p:spPr>
          <a:xfrm>
            <a:off x="928662" y="4429132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50380-ABC</a:t>
            </a:r>
          </a:p>
          <a:p>
            <a:r>
              <a:rPr lang="en-IN" b="1" dirty="0" smtClean="0"/>
              <a:t>SIZE  10 X 10 X  12  CM</a:t>
            </a:r>
          </a:p>
          <a:p>
            <a:r>
              <a:rPr lang="en-IN" b="1" dirty="0" smtClean="0"/>
              <a:t>SIZE  8 X  8  X  10    CM</a:t>
            </a:r>
          </a:p>
          <a:p>
            <a:r>
              <a:rPr lang="en-IN" b="1" dirty="0" smtClean="0"/>
              <a:t>SIZE  6 X  6 X   8      CM</a:t>
            </a:r>
          </a:p>
          <a:p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000760" y="4380564"/>
            <a:ext cx="2643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ITEM NO 50380-ABC</a:t>
            </a:r>
          </a:p>
          <a:p>
            <a:r>
              <a:rPr lang="en-IN" b="1" dirty="0" smtClean="0"/>
              <a:t>SIZE  10 X 10 X  12  CM</a:t>
            </a:r>
          </a:p>
          <a:p>
            <a:r>
              <a:rPr lang="en-IN" b="1" dirty="0" smtClean="0"/>
              <a:t>SIZE  8 X  8  X  10    CM</a:t>
            </a:r>
          </a:p>
          <a:p>
            <a:r>
              <a:rPr lang="en-IN" b="1" dirty="0" smtClean="0"/>
              <a:t>SIZE  6 X  6 X   8      CM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357</Words>
  <Application>Microsoft Office PowerPoint</Application>
  <PresentationFormat>On-screen Show (4:3)</PresentationFormat>
  <Paragraphs>60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Merchant</dc:creator>
  <cp:lastModifiedBy>AMJAD BHAIIII</cp:lastModifiedBy>
  <cp:revision>5</cp:revision>
  <dcterms:created xsi:type="dcterms:W3CDTF">2023-11-22T05:45:37Z</dcterms:created>
  <dcterms:modified xsi:type="dcterms:W3CDTF">2026-04-16T14:29:43Z</dcterms:modified>
</cp:coreProperties>
</file>